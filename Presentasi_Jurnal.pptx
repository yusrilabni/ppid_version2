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A96E9-5C9E-1BCF-A66E-2FBC21D1A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04759-4F04-6A60-9F41-7FFB8E7C6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56E1F-4AB9-04E2-34F4-221218F3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A0861-7E9F-EAFA-39CE-44F7CEB0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C3FC-118D-DEBB-A56B-229D061A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6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E636-7A37-C2EA-9C3B-AFA456876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4E51C-8E0F-9444-1DB9-44E1003B5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AC325-3051-2192-B7CA-0D603241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0E1A4-1F57-B384-BD5B-5D1E40D5F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5A7ED-6B7C-DAE9-39E2-A536F525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4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BD1C0-F5BF-0026-78E4-578A2062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D4DDC-C4C8-4F74-7F6E-64FD285DD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97E5-6C1C-1289-D30F-38295342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E36E0-EB54-7E5F-C56E-D884D6D1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2586C-9FE6-9C27-201D-B58FC868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51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B84C-7458-043A-8E63-83F71DCF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4F322-519C-8AE0-DD58-23E10FA81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170CB-110D-2BB5-2367-2887FE74B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9111F-B4E1-37BA-E3E6-CBDF5CD8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CE3E8-92C0-BCAE-5FD7-23B52CB26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04851-5E34-4CC9-746B-435B6A60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3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7EFD-AB14-9671-07A6-10ED5C935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506FD-98E0-6B39-2F0D-B143DEC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1A012-C4E0-97A9-9403-C31FEBB2E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99356-1338-5979-C3EC-B4DD51AAC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1F63E-A532-FCC5-1BFE-15CDD3097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638B8-AEFE-C2E8-F768-086EC301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5218B8-E88C-15C8-C468-5DC9D1955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5245E-0E5A-42ED-786E-EBFF9C54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8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D66C-6594-320C-8AF5-141BED52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97239-EC1C-644C-A781-0F24A264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E723-214C-6688-EC72-BB7A65A3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6E697-279B-E7C1-5A5C-C00F712A9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7BDF31-47C7-703D-340B-46CF90297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5A209-AAEA-DCB8-6720-E2A0EA70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348F4-7705-AD29-58D1-6AF68DA6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13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DB54-3C70-DB9C-1D67-7CA6416B9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11FC3-3F48-E00B-11B9-4BE18800A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73828-BDC7-1D0A-9DA0-CBA0D1C36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19843-F2F7-FE3C-110A-84692D8C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B0099-8F02-A308-AA05-9FD60C83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ADFD3-9F76-C57C-A2B0-B8E4A401D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7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7F8FF-84B2-4BCC-738C-FE36C0817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CA6DD-A3F8-804F-8BD1-19FE5FD93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D6EDE-EDF7-97EC-A1AA-54E486EF0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89B7C-0E9D-C27C-AF4E-11511937C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5D078-2B0F-EF93-C3DE-13C36E091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F5B0E-1A2F-7B96-0A9A-40497AEF1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5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266A-C10D-F02D-36AF-A9FC969CF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C4F5F-4091-9822-47E9-8D73D7110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BF85F-4834-40B2-6DF6-977FE12C4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D9627-9B30-07C6-7FF5-49B8B890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9FBD4-B859-24F2-7EDD-9483E885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BF25A-C1E5-FEDA-80DC-4F0510E3A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5CE47-E01A-62B5-4434-E20A99A43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D41ED-DBFE-A0E4-E2C3-EFB0C07E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FAD57-13B0-4FF6-FCE1-63199DAD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2BA87-0212-082E-67B4-7E6D43A0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53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3A2A-8B2B-EC69-DC7F-2FA98349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BE7B9-A152-4658-AE46-B2BC4226D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0A80F-D89B-8A29-2468-A7F72086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9E28E-E764-824C-EC4F-E4137358A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D6CE4-F0EB-4BF0-27B9-7F683D0C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3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1749D-28C7-ABEB-62F5-7D8A0B856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9FFAF-DEB2-0455-CDB2-2D7FD7A37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C5512-30F1-17BE-3EDB-DF40BFD62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317042-9D5C-4FF9-84C9-DC337EA3751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0792D-1A70-F33D-9D6E-272BB087EE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A44C6-D65D-78ED-F06E-E78606EA3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C97BD-3C54-4196-A24A-56CB26AA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2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7940-0F1B-1C4D-5D45-24FEB9E5B1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Evaluasi Usability Website PPID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CDE77-3378-3706-6021-88E46D1C4E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Hasil Optimalisasi Sistem &amp; UI/UX`nOleh: Muh Yusril Abni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1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DE03-1640-E19F-662C-852FF666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Temuan Kritis &amp; Keberhasilan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77BB6-6CD6-1EA8-18DD-EAA7B3827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Error Handling: 100% user menyatakan Sangat Baik pada kejelasan pesan kesalahan`n2. Desain UI/UX: 100% user memberikan skor tertinggi`n3. Produktivitas: 100% sepakat website hasil optimalisasi meningkatkan produktivitas</a:t>
            </a:r>
          </a:p>
        </p:txBody>
      </p:sp>
    </p:spTree>
    <p:extLst>
      <p:ext uri="{BB962C8B-B14F-4D97-AF65-F5344CB8AC3E}">
        <p14:creationId xmlns:p14="http://schemas.microsoft.com/office/powerpoint/2010/main" val="3750871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A746-20E8-E875-0836-9E1C792B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Indikator Usability Terbaik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04DD6-4CB9-B489-2A64-BE000C1EC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Pengelompokan dokumen otomatis (100% Setuju)`n• Keakuratan verifikasi dokumen (80.65% Baik)`n• Keringkasan alur kerja login hingga publikasi`n• Kemudahan pengelolaan (edit/hapus) data</a:t>
            </a:r>
          </a:p>
        </p:txBody>
      </p:sp>
    </p:spTree>
    <p:extLst>
      <p:ext uri="{BB962C8B-B14F-4D97-AF65-F5344CB8AC3E}">
        <p14:creationId xmlns:p14="http://schemas.microsoft.com/office/powerpoint/2010/main" val="5314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B2B4-3888-20C0-BB11-7719E502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Kendala Lapangan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654DC-0094-4FB2-DDAC-0F195A330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Infrastruktur Jaringan: Koneksi internet yang tidak stabil`n• Ketersediaan Berkas Fisik: Butuh waktu ekstra untuk scan dokumen`n• Keterbatasan Operator Baru: Membutuhkan pendampingan karena instruksi minim</a:t>
            </a:r>
          </a:p>
        </p:txBody>
      </p:sp>
    </p:spTree>
    <p:extLst>
      <p:ext uri="{BB962C8B-B14F-4D97-AF65-F5344CB8AC3E}">
        <p14:creationId xmlns:p14="http://schemas.microsoft.com/office/powerpoint/2010/main" val="182937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CF5D-7EFC-47AC-DFBA-BAFE70B4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Usulan &amp; Rekomendasi Fitur Baru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B2F9F-C511-6043-1C41-ECF9F5003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Dashboard Progress Mandiri`n• Integrasi Satu Pintu`n• Offline Mode (Buffer Upload)`n• Mobile App`n• Notifikasi Pintar</a:t>
            </a:r>
          </a:p>
        </p:txBody>
      </p:sp>
    </p:spTree>
    <p:extLst>
      <p:ext uri="{BB962C8B-B14F-4D97-AF65-F5344CB8AC3E}">
        <p14:creationId xmlns:p14="http://schemas.microsoft.com/office/powerpoint/2010/main" val="138595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930F-E235-C1D6-BCE9-FC3CBEAE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Kesimpulan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6C250-1BC6-564B-B9D1-ABF5A0185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Optimalisasi website PPID terbukti sukses meningkatkan produktivitas admin OPD. Sistem kategori otomatis, error handling, dan perombakan UI/UX sangat membantu.</a:t>
            </a:r>
          </a:p>
        </p:txBody>
      </p:sp>
    </p:spTree>
    <p:extLst>
      <p:ext uri="{BB962C8B-B14F-4D97-AF65-F5344CB8AC3E}">
        <p14:creationId xmlns:p14="http://schemas.microsoft.com/office/powerpoint/2010/main" val="3821404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Evaluasi Usability Website PPID</vt:lpstr>
      <vt:lpstr>Temuan Kritis &amp; Keberhasilan</vt:lpstr>
      <vt:lpstr>Indikator Usability Terbaik</vt:lpstr>
      <vt:lpstr>Kendala Lapangan</vt:lpstr>
      <vt:lpstr>Usulan &amp; Rekomendasi Fitur Baru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 ID</dc:creator>
  <cp:lastModifiedBy>ASUS ID</cp:lastModifiedBy>
  <cp:revision>1</cp:revision>
  <dcterms:created xsi:type="dcterms:W3CDTF">2026-08-10T01:13:54Z</dcterms:created>
  <dcterms:modified xsi:type="dcterms:W3CDTF">2026-08-10T01:13:54Z</dcterms:modified>
</cp:coreProperties>
</file>